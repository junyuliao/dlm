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表中面板数字由 scripts/v27_build_deck_1001_compact.py 直接读取已推送的 summary.csv；仓库 coconight01/dlm_test，分支 research/m3-output-numerics-20260927，目录 results/m1_m2_m3_frontier_v27_20260929/。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【来源】official_baseline/README.md（dense_sota_same_process.json：torch 2.13，同一进程，每个配置都与 FP32 对照）。</a:t>
            </a:r>
          </a:p>
          <a:p>
            <a:r>
              <a:t>【出处】FA4 = vLLM 官方 flash-attention fork 中的 FlashAttention-4（CuTe DSL，BSD-3），53 个文件与官方 nightly wheel 的 RECORD 哈希逐字节一致。SM90 上 head_dim ≤ 512 只有 vLLM fork 支持（Dao-AILab 上游 SM90 上限 256），论文中需注明。</a:t>
            </a:r>
          </a:p>
          <a:p>
            <a:r>
              <a:t>【为什么用全保留接口】比 FA4 dense 快 4–6%、输出逐位相同；另一条 dense 基线（FA4 plain dense）也保留在实验记录里。</a:t>
            </a:r>
          </a:p>
          <a:p>
            <a:r>
              <a:t>【弃用的基线】我们自己的 64 行 Triton dense（慢 1.9 倍）、HF 默认路径（慢 2.1 倍）；早期相对它们的比值不再引用。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【每个 canvas 的步骤】第 0 步 dense；第 1 步 dense + 观测；第 2 步起按块图稀疏。carry0 把第 0 步也变成稀疏。</a:t>
            </a:r>
          </a:p>
          <a:p>
            <a:r>
              <a:t>【配置名对照】原版：M1_R1_A8、M2c_R1_A8、M3_R3_A8（均经 FA4 执行）。优化版：M3_R6_A64_fused_dp_async_m1ln2（A64 = 每个 canvas 观测一次；fused = 观测并入第 1 步；dp = dense-prefix 风险；async = 副流选块；m1ln2 = 阈值下调 ln2）。carry0 = carry_first。完整说明见 docs/RESEARCH_CONTEXT.md §3。</a:t>
            </a:r>
          </a:p>
          <a:p>
            <a:r>
              <a:t>【M2 的块均值】在 32 维投影空间里取块内简单平均（pooled_compact）。junyu 代码里的 value/vector_mean 是“块内 V 均值向量本身的范数”（不减当前输出），与这里的 M2 不同。</a:t>
            </a:r>
          </a:p>
          <a:p>
            <a:r>
              <a:t>【保护】永远保留当前 canvas 的全部块与第一个块（attention sink）；carry0 在第 0 步保留新进来的块。没有使用 junyu 的 prefix_end / diagonal 保护。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【代码】风险表：experiments/numerical_qk_reuse/v27_dense_prefix.py 的 _dp_build（按块顺序扫，lognorm = log‖α(μ − 前缀输出)‖）；选块：_dp_decide（worst = max_rows(lognorm − log ref + log T) &lt; THRESHOLD）；T 来自 router.query_sensitivity，在 numerical_qk_reuse 的所有实验中未设置（= 1）。观测并入第 1 步：fused_observe；每 6 步：decision_interval = 6；副流：async_route；阈值：全局 log 阈值 −3.874（下调 ln2 后）。</a:t>
            </a:r>
          </a:p>
          <a:p>
            <a:r>
              <a:t>【M2】μ 换成块内投影 V 的简单平均（每个 KV 头、每块一个向量，所有行共用），其余完全相同（pooled_compact）。</a:t>
            </a:r>
          </a:p>
          <a:p>
            <a:r>
              <a:t>【原版】M1_R1_A8 / M2c_R1_A8 / M3_R3_A8：每 8 步观测一次（完整 QK 记分数），风险按“已保留块”的状态顺序扫描计算。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【协议】32K/64K：原版 M1/M2/M3 来自 E4 v27_lb_confirm_e4_d3a7edb87a2b800a；B、M3 优化版、carry0 两行来自 E5 v27_lb_overhead_e5_1c93b97271a3a266（与 E4 同一批 288 格，dense/M3/B 输出与 E4 逐 token 相同）。96K：E6 + E6b 合并（v27_lb96k_confirm_e6_8ab3aa35d1874ca1、v27_lb96k_extend_e6b_d1b1c0c74a1dc69d），B + carry0 在 96K 没有跑。</a:t>
            </a:r>
          </a:p>
          <a:p>
            <a:r>
              <a:t>【实际稀疏度】主线（M3 优化版 −ln2）在稀疏调用里实际跳过的块：32K 约 79%、64K 约 88%（fidelity_v6 诊断）。</a:t>
            </a:r>
          </a:p>
          <a:p>
            <a:r>
              <a:t>【步数核查】32K 同 24 题、同底座：seed 101/202/303（来自 E3）= 1.23/0.89/1.24，404–909（E4）= 0.85/0.98/1.12/0.99/1.00/1.00；84 种 3/6 分组中 13 种的组间差距不小于实际分组。64K 合并（traj_t1 v4 + E4 v5）1.015 [0.948, 1.085]。</a:t>
            </a:r>
          </a:p>
          <a:p>
            <a:r>
              <a:t>【单次 forward】每步 = S/N 是摊销值；同一请求里单次 forward 的直接计时见第 5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【协议】E9 v27_lb64_vterm_e9_5b125c63817898f6（576/576 成功；dense 与 −ln2 + carry0 两组与 E5 逐 token 相同）；E8 v27_aime_vterm_e8_bd293196ff730851（1,440/1,440 成功）；E10 v27_lb_m2opt_e10_c965792c1cb6542d（576 次运行，M2 与 M3 只差 mu_mode）。每次运行的配置记录都核对过。</a:t>
            </a:r>
          </a:p>
          <a:p>
            <a:r>
              <a:t>【AIME 详细】对 dense 99：32 维 87（p = 0.08）、16 维 86（p = 0.035）、8 维 87（p = 0.036）、4 维 94、简单平均 92、不看 V 91、SparseD 94。</a:t>
            </a:r>
          </a:p>
          <a:p>
            <a:r>
              <a:t>【64K 详细】对 dense 51：32 维 53、8 维 50、简单平均 54、不看 V 54；−ln2 版 49。</a:t>
            </a:r>
          </a:p>
          <a:p>
            <a:r>
              <a:t>【实际稀疏度】AIME 固定保留 30% 的 prefix 块，算上 canvas 块和 dense 步约跳 57% 的 GLOBAL 块；64K 固定保留 12% ≈ 跳 88%。</a:t>
            </a:r>
          </a:p>
          <a:p>
            <a:r>
              <a:t>【组内对照】junyu 在 RULER8K（当前 QK 选块，GLOBAL 和 LOCAL 都稀疏）75% 稀疏时 32 维 47.4% vs 只看注意力 21.3%；50% 时都约 92%。只引用。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【耗时测量】scripts/v27_time_breakdown.py，底座 piecewise_v5：AIME 用 E7 的冻结配置（第 0 题、第 55 次 decoder 调用）；32K/64K 用 E5 的冻结配置（第 0 题、第 5 次调用）。C 部分 = 编译后 forward 的 CUDA graph 重放中各 kernel 的设备时间（前 30 个 kernel 归类，其余计入“其余”）；D 部分 = 整个去噪步重放（forward + 采样 + 停止判断）。数据：time_breakdown_v5/*_dense_first.jsonl。</a:t>
            </a:r>
          </a:p>
          <a:p>
            <a:r>
              <a:t>【单次 forward】A 部分：同一请求、各自轨迹下 decoder forward 的中位数（AIME 最好变体 = M3 优化版 + carry0 + 2K 门控；32K/64K = M3 优化版 + carry0）。</a:t>
            </a:r>
          </a:p>
          <a:p>
            <a:r>
              <a:t>【AIME 结果】E7 v27_aime_confirm_e7_0515fa3125588ff0：最好变体 W 1.005 [0.967, 1.042]，答对 99 vs 99；M3 优化版 1.033；原版 M1/M2/M3 1.089/1.115/1.069；各方法精度差异都不显著。</a:t>
            </a:r>
          </a:p>
          <a:p>
            <a:r>
              <a:t>【实际稀疏度】fidelity_v6（诊断，每类 2 个请求）：主线在稀疏调用中保留块比例 AIME 0.96、32K 0.21、64K 0.12。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000" b="1">
                <a:latin typeface="Microsoft YaHei"/>
              </a:rPr>
              <a:t>DiffusionGemma-26B-A4B 块稀疏注意力：基线、方法、长上下文结果、选块对照与 AIME 耗时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2026-10-01 · 所有比值 = 方法 / dense（FA4），&lt; 1 表示更快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W = 端到端（含 prefill）· S = 纯生成（不含 prefill）· 每步 = S/N（摊销）· N = forward 数 · 答对 = strict correct 格数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95% CI 按题目聚类 bootstrap · 每格 = 一个（题目, seed），同格所有方法同机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1. Dense 基线：FA4 块稀疏接口、全部块保留（官方实现中最快，与 FA4 dense 逐位相同）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GLOBAL 层真实几何：256 个 canvas query、16 Q 头 / 2 KV 头、head_dim 512、双向、bf16、单张 H100；同一进程 CUDA event 中位数（ms / 每层调用）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188719"/>
                <a:gridCol w="1188719"/>
                <a:gridCol w="1188719"/>
                <a:gridCol w="393191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实现（官方 / 大型开源）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16,640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65,536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说明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FA4 块稀疏接口，全部块保留（采用）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最快；与 FA4 dense 逐位相同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FA4 dense（vLLM 官方 fork，CuTe DSL）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DiffusionGemma 技术报告使用的 kernel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FlashInfer 0.6.18（FA2 后端）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与 FA4 持平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HF 默认路径：K/V 复制 8 倍 + SDPA mem-efficient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慢约 2.1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FlexAttention（最佳 tile）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 4–7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FA2 / FA3 / 上游 FA4 / cuDNN / SDPA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SM90 上不支持 head_dim 512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dense 与所有稀疏方法用同一个 kernel：选块结果作为 keep map 传给 FA4 官方块稀疏接口，dense 与稀疏只差被跳过的块，收益不来自换代码路径。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执行底座也相同：decoder 整体 torch.compile + CUDA graph（在 GLOBAL 注意力处切分，vLLM 方式）；每个方法计时前单独预热，计时中不捕获新图。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FA4 块稀疏的执行时间几乎与保留块数成正比：64K 保留 10% 时 0.40 ms（dense 的 0.14 倍）。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2. 方法与变体：每个方法怎么选块，优化版具体改了什么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只稀疏 5 个 GLOBAL 层在 canvas 上的注意力；25 个 LOCAL 层（滑窗 1024）、prompt prefill、canvas 追加都保持 dense · 块 = 128 个 query × 64 个 key · 当前 canvas 的块和第一个块永远保留 · 输出只在保留的块上用当前 QK 和原始 V 精确计算（FA4），跳过的块完全不算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59"/>
                <a:gridCol w="7315199"/>
                <a:gridCol w="201168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怎么选块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原版配置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共同的打分：跳过风险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对每个 key 块估计“把它跳过，注意力输出会偏多少”≈ 该块分到的注意力占比 × ‖该块的 V 均值 − 其余块给出的输出‖ ÷ V 的参考尺度。一个 query 块（128 行）里最坏的那行风险也低于阈值，才跳过。query 敏感度 T = 1 + 3 × 该位置 argmax 是否还在变化的滑动平均（1–4），还在变的位置保留更多块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用上面的风险选块。注意力来自“观测”：隔几步完整算一次 QK，中间步沿用；V 取块内按注意力加权的均值（投影到 32 维以省计算）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步观测一次（A8），每步都重新选块（R1）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 M1，但 V 取块内 64 个 token 的简单平均（不按注意力加权）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A8，R1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 M1，但隔几步才重新选块，中间步直接沿用上次选出的块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A8，每 3 步重新选（R3）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只选一次块（第 1 步观测后选），整个 canvas 都用这一份，不再重新选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SparseD（外部论文，移植）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前几步 dense；之后按块的平均注意力分数保留固定比例的块，用到 canvas 结束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latin typeface="Microsoft YaHei"/>
              </a:rPr>
              <a:t>M3 优化版 = M3 + 下面 5 项改动（第 4 页起简称 M3 优化版）；carry0 可再叠加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3794759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改动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原版怎么做 → 优化版怎么做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观测并入第 1 步（A64）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原版每 8 步额外完整算一次 QK 来得到各块注意力（每层 6–11 ms，比 dense 注意力还贵）→ 每个 canvas 只观测一次，而且在第 1 步本来就要做的 dense 注意力里顺带算出，不额外跑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风险预先算好（DP）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原版选块时逐块按顺序累计算风险（每层 2.3–7.9 ms）→ 观测时就把每个块的风险算好存起来，选块只是“风险 &lt; 阈值？”的并行比较（每层 0.27 ms）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每 6 步重新选块（R6）+ 异步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原版每 3 步重新选 → 每 6 步一次；选块放在另一条 GPU 流上与主计算同时跑，不占主计算时间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阈值下调（−ln2）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阈值是“跳不跳”的分界线；下调后风险要再小一半才跳，跳得更少、更保守，换来步数不增加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每个 canvas 的第 0 步原本 dense → 直接用上一个 canvas 最后的块图（新进来的块全保留），每个 canvas 少一次 dense 步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试过、未采用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短上下文门控（key &lt; 2K 直接 dense，AIME 用）；第 2 步才观测；每 3 步选块；输出稳定后整段转 dense；块图跨 4 个 canvas 复用（步数增加、掉点）；保留全部生成部分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3. 一个 canvas 内具体怎么算（以 M3 优化版的一层 GLOBAL 注意力为例）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关键：选块用的是“观测”时记下的旧分数；真正的注意力输出每一步都用当前的 Q、K、V，只在保留的块上精确计算 · 一个 canvas 约 14–18 步 · prefix 的 K、V 在一个 canvas 内不变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6658"/>
                <a:gridCol w="6197138"/>
                <a:gridCol w="785552"/>
                <a:gridCol w="960120"/>
                <a:gridCol w="122197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做什么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算 QK？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乘 V？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开销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第 0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dense 全量计算。用 carry0 时改为：直接沿用上一个 canvas 最后的块图，新进入 prefix 的块全部保留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全部 / 保留块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同左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dense / 稀疏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第 1 步：dense + 观测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完整算一遍注意力（输出精确），顺带记下每个 query 行 r、每个 key 块 j（64 个 key）的两样东西：z = 这一块分到的注意力总量（log Σ exp(q·k)，即“过去的 QK”）；μ = 块内 V 按这一行注意力加权的平均（V 先随机投影到 32 维）。随即建“风险表”：按块顺序扫，风险 = log‖α ·（μ − 前面各块给出的输出）‖，α = 这一块在前 j 块中的注意力占比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全部块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全部块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观测不额外跑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第 2 步选块，用于第 2–7 步；第 8 步重选，用于 8–13；第 14 步…（每 6 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选块只读风险表：每个头、每 128 个 query 行一组、每个块，取 128 行里最坏的（风险 − log V 参考尺度），小于阈值就跳过。重选时不重新观测 QK、不重建 prefix 的风险表（prefix 的 K、V 在 canvas 内不变），只重算：当前 canvas 部分 V 的 32 维投影、每个位置当前的 query 敏感度 T，再重新比较一次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不算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只投影 canvas 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0.27 ms/层，另一条 GPU 流上并行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第 2 步起每一步：真正的注意力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FA4 块稀疏接口：保留的块用当前这一步的 Q、K、V 正常算 QK → softmax（只在保留块上归一化）→ 乘完整 512 维原始 V；跳过的块 QK 和乘 V 都不算。当前 canvas 的块和第一个块永远保留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只算保留块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只乘保留块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省时间的地方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1521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原版的区别：观测每 8 步额外完整算一次 QK（每层 6–11 ms）；风险是和“已经决定保留的块”的输出比较，所以只能逐块顺序现算（每层 2.3–7.9 ms），M1 每步算、M3 每 3 步算。优化版改为和“前面全部块”比较，每块风险互不依赖，观测时一次算好、选块时并行比较（与原版 M1 的选块结果不完全相同，所以算变体）。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重选会明显改变块图（实测：相对第一次选块，44–71% 的保留块发生变化，Jaccard 0.59–0.70），因为 T 每步随“哪些位置还在变”更新。下一个 canvas 在第 1 步用新的 query 和更长的 prefix 重新观测、重建风险表。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“看不看 V”只体现在风险里的 μ：投影 32/16/8/4 维、M2 的块内简单平均，或不用 μ（只按注意力占比排序）。输出永远用原始 V。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更正：此前写的“query 敏感度取 1、重选几乎不改块图”是错的；T 在所有实验中都启用（β = 3，γ = 0.5）。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4. 长上下文 32K / 64K / 96K：各方法的端到端、纯生成、每步耗时、forward 数与精度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LongBench-v2 · 32K、64K 各 24 题 × 6 个 seed = 每档 144 格/方法；96K = 单卡放得下的全部 11 道题 × 6 个 seed = 66 格 · 比值 = 方法 / dense，&lt; 1 更快 · S = 纯生成，每步 = S/N，N = forward 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8998"/>
                <a:gridCol w="1407198"/>
                <a:gridCol w="1407198"/>
                <a:gridCol w="439749"/>
                <a:gridCol w="1407198"/>
                <a:gridCol w="1407198"/>
                <a:gridCol w="439749"/>
                <a:gridCol w="1407198"/>
                <a:gridCol w="1407198"/>
                <a:gridCol w="439749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96K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dense（FA4，基线）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1.251 [1.182, 1.322]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1.324 / 1.341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1.258 [1.167, 1.337]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1.427 / 1.486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1.257 [1.107, 1.407]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1.484 / 1.591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1.293 [1.213, 1.385]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1.383 / 1.452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1.341 [1.271, 1.408]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1.560 / 1.682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1.448 [1.284, 1.649]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1.799 / 1.826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1.060 [1.000, 1.118]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1.077 / 1.160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1.093 [1.012, 1.168]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1.153 / 1.194 / 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1.121 [0.975, 1.293]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1.218 / 1.220 / 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0.936 [0.878, 0.999]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0.917 / 0.904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0.875 [0.811, 0.936]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0.805 / 0.799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0.865 [0.752, 0.969]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0.789 / 0.738 / 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M3 优化版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0.942 [0.900, 0.984]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0.920 / 0.933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0.879 [0.818, 0.927]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0.807 / 0.827 / 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0.858 [0.761, 0.956]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0.782 / 0.761 / 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M3 优化版 + carry0（当前最好）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0.907 [0.858, 0.952]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0.878 / 0.925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0.853 [0.802, 0.895]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0.775 / 0.815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0.822 [0.703, 0.944]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0.727 / 0.754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B + 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0.931 [0.883, 0.980]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0.907 / 0.895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0.858 [0.800, 0.912]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0.774 / 0.784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59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M3 优化版 + carry0：端到端 32K 快 9%、64K 快 15%、96K 快 18%；纯生成快 12% / 22% / 27%；上下文越长每步省得越多（每步 0.93 / 0.82 / 0.75）；精度都不低于 dense。prefill 没有优化（所有方法约 1.00）。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原版 M1/M2/M3 在三档都比 dense 慢：选块和观测本身（每层每次 2.3–7.9 ms）比 dense 注意力（1.5–2.9 ms）还贵。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步数 N 的核查：按 seed 拆开看，单个 seed 的步数比在 0.85–1.24 之间摆动；9 个 seed 合并后 32K +2.4%、64K +1.5%（不显著）。所以“步数没有显著增加，最佳估计 +1–2%”，端到端结论需要大样本；每步耗时的结论各批次一致。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5. 选块要不要看 V、M2 还是 M3：同稀疏度下没有可分辨的差别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上表：固定稀疏度，只换风险里的 V 项。64K = M3 优化版 + carry0，跳 88%（= 主线工作点，96 格/组）与跳 95%（预览，48 格/组）；AIME = M3 优化版、固定保留 30%（主线阈值在 AIME 只跳约 4%），180 格/组 · 下表：主线阈值下 M2 与 M3 只差 V 的取法（32K/64K 各 24 题 × 4 seed）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104"/>
                <a:gridCol w="1765381"/>
                <a:gridCol w="929148"/>
                <a:gridCol w="2044126"/>
                <a:gridCol w="929148"/>
                <a:gridCol w="1765381"/>
                <a:gridCol w="929148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选块时 V 怎么用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跳 88%：答对（dense 51）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端到端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跳 95%：答对（dense 23，预览）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端到端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AIME 跳 70%：答对（dense 99）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端到端 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投影 V 32 维（M1/M3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1.138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投影 V 16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1.119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投影 V 8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投影 V 4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块内简单平均 V（M2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1.172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不看 V（只看注意力）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1.071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SparseD 70%（外部论文，移植）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1.020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749039"/>
          <a:ext cx="1152143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769"/>
                <a:gridCol w="1794322"/>
                <a:gridCol w="1511008"/>
                <a:gridCol w="755504"/>
                <a:gridCol w="1794322"/>
                <a:gridCol w="1511008"/>
                <a:gridCol w="755504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当前工作点（阈值 −ln2 + carry0，其余优化全相同）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答对(59)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答对(51)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M3 优化版（投影 V 32 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0.909 [0.829, 0.978]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0.880 / 0.926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0.845 [0.782, 0.894]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0.768 / 0.816 / 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M2 同样优化（块内简单平均 V）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0.897 [0.826, 0.968]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0.874 / 0.905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0.830 [0.762, 0.896]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0.734 / 0.810 / 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846320"/>
            <a:ext cx="11521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64K（工作点 88%）：任何 V 项都不比“不看 V”更准（50–54 vs 51，全部不显著），速度也无显著差别（不看 V / 32 维 0.960 [0.905, 1.018]）。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64K 跳到 95%（预览，48 格）：各组精度都不低于 dense，仍无 V 优势（不看 V / 32 维 1.004 [0.916, 1.099]）；每步 0.76，但步数略增，端到端约 0.89，不比 88% 工作点好。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AIME（强制 70%）：不同 V 项确实选出不同的块（答对 86–94），但最好的是 4 维或不看 V；此稀疏度下步数多 6–13%，都比 dense 慢。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主线阈值下 M2（简单平均）/ M3（投影 32 维）直接比：32K 0.987 [0.914, 1.063]、64K 0.983 [0.940, 1.024]，每步耗时相同，答对差异不显著——打平。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结论：“看 V 选块”和“M2 vs M3”都不能作为贡献，选块可以只看注意力。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6. AIME：精度不降，但没有加速空间——每步耗时拆开看（与 LongBench 对比）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AIME26 30 题 × 6 个 seed = 180 格/方法（E7）· 耗时：同一底座（v5，CUDA graph）下各取一次真实 decoder 调用，按 kernel 归类；百分比 = 占单步总耗时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7457"/>
                <a:gridCol w="2504660"/>
                <a:gridCol w="2504660"/>
                <a:gridCol w="250466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（dense，同一底座，各取一次真实 forward）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AIME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LongBench 32K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LongBench 64K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这次 forward 的 key 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1,979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35,135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71,772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单步总耗时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27.0 ms（100%）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37.0 ms（100%）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44.7 ms（100%）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5 层 GLOBAL 注意力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0.5 ms（2%）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7.2 ms（19%）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14.5 ms（32%）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25 层 LOCAL 注意力（滑窗 1024）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ms（2%）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MoE 专家矩阵乘（每步读约 46 GB 权重）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10.5 ms（39%）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12.9 ms（35%）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12.2 ms（27%）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MoE 路由（排序 / top-k）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ms（5%）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ms（3%）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其他矩阵乘（投影、dense MLP、lm_head 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ms（13%）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ms（8%）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其余（norm、逐元素、拷贝等）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6.1 ms（22%）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7.0 ms（19%）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8.1 ms（18%）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采样 + 停止判断（26 万词表）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ms（16%）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ms（10%）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主线实际跳过的 GLOBAL 块（稀疏调用中）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88%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单次 forward 中位数：dense → 最好变体（同一请求）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23.5 → 23.6 ms（1.00）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31.1 → 26.4 ms（0.85）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38.2 → 27.7 ms（0.72）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最好变体：端到端 W / 答对 vs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1.005 / 99 vs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0.907 / 92 vs 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0.853 / 76 vs 75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51206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AIME 上 GLOBAL 注意力只占一步的约 2%（key 少），LOCAL 约 3%；全部省掉也快不了多少，而选块是每步的固定开销，正好抵消。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主线阈值在 AIME 只跳约 4% 的块（key 少，每个块风险都不低）；强行跳 70% 就掉点、变慢（第 5 页）。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长上下文时 GLOBAL 注意力的占比随 key 数增长，这是稀疏能省时间的地方；MoE 和采样各上下文基本不变。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