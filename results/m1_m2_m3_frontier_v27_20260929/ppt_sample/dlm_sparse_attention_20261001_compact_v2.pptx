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表中面板数字由 scripts/v27_build_deck_1001_compact.py 直接读取已推送的 summary.csv；仓库 coconight01/dlm_test，分支 research/m3-output-numerics-20260927，目录 results/m1_m2_m3_frontier_v27_20260929/。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【来源】official_baseline/README.md（dense_sota_same_process.json：torch 2.13，同一进程，每个配置都与 FP32 对照）。</a:t>
            </a:r>
          </a:p>
          <a:p>
            <a:r>
              <a:t>【出处】FA4 = vLLM 官方 flash-attention fork 中的 FlashAttention-4（CuTe DSL，BSD-3），53 个文件与官方 nightly wheel 的 RECORD 哈希逐字节一致。SM90 上 head_dim ≤ 512 只有 vLLM fork 支持（Dao-AILab 上游 SM90 上限 256），论文中需注明。</a:t>
            </a:r>
          </a:p>
          <a:p>
            <a:r>
              <a:t>【为什么用全保留接口】比 FA4 dense 快 4–6%、输出逐位相同；另一条 dense 基线（FA4 plain dense）也保留在实验记录里。</a:t>
            </a:r>
          </a:p>
          <a:p>
            <a:r>
              <a:t>【弃用的基线】我们自己的 64 行 Triton dense（慢 1.9 倍）、HF 默认路径（慢 2.1 倍）；早期相对它们的比值不再引用。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【定义来源】Fan 的 M1/M2/M3 定义（必须出现在每个对比里）；代码 experiments/numerical_qk_reuse/（integration.py、v27_dense_prefix.py、v21.py 中的命名变体）。docs/RESEARCH_CONTEXT.md §3 有每个配置键的完整说明。</a:t>
            </a:r>
          </a:p>
          <a:p>
            <a:r>
              <a:t>【每个 canvas 的步骤】第 0 步 dense；第 1 步 dense + 观测；第 2 步起按块图稀疏。carry0 把第 0 步也变成稀疏（用上一 canvas 的块图）。</a:t>
            </a:r>
          </a:p>
          <a:p>
            <a:r>
              <a:t>【M2 与 junyu 的“V 均值”】我们的 M2 是“块内 V 均值 − 当前输出”的范数（居中）乘注意力质量；junyu 代码里的 value/vector_mean 基线是“块内 V 均值向量本身的范数”（不居中）乘注意力质量，两者不同（见口头说明）。</a:t>
            </a:r>
          </a:p>
          <a:p>
            <a:r>
              <a:t>【保护策略】始终保留：当前 canvas 的全部块、第一个块（attention sink）；carry0 在第 0 步保留刚并入 prefix 的块。junyu 的 prefix_end / diagonal 保护未使用。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【协议】E4 v27_lb_confirm_e4_d3a7edb87a2b800a（原版 M1/M2/M3 取自这里）；E5 v27_lb_overhead_e5_1c93b97271a3a266（与 E4 同一批 288 格，dense/M3/B 输出与 E4 逐 token 相同）；E10 v27_lb_m2opt_e10_c965792c1cb6542d（M2 与 M3 只差 V 的摘要方式：块均值 vs 投影 V，其余优化完全一样）。</a:t>
            </a:r>
          </a:p>
          <a:p>
            <a:r>
              <a:t>【口径】W、S、每步、N 都是 方法/dense 的配对几何平均；每步 = S/N 是摊销值。单次 forward 直接计时（64K 真实状态、CUDA graph 重放）：dense 54.4 ms，保留 12% 时 41.8 ms（−23%）。</a:t>
            </a:r>
          </a:p>
          <a:p>
            <a:r>
              <a:t>【命名】Fan 的 M2 = M1 换成块均值 V（每步重新选）；M3 = M1 每 R 步才重新选。“M2 同样优化” = 块均值 V + 与 M3 优化版完全相同的流水线（每 6 步决策等），只为隔离 V 摘要的影响。</a:t>
            </a:r>
          </a:p>
          <a:p>
            <a:r>
              <a:t>【M2 vs M3 其他证据】原版：M2 选块器更贵（64K 每层 9.5 vs 4.5 ms），更慢（1.34 vs 1.09）。固定 88% 稀疏度（E9，64K）：M2/M3 端到端 1.010 [0.945, 1.085]、答对 54 vs 53。AIME 70%（E8）：92 vs 87（p = 0.49）。都不显著。</a:t>
            </a:r>
          </a:p>
          <a:p>
            <a:r>
              <a:t>【保护策略】始终保留：当前 canvas 的全部块、第一个块（attention sink）；carry0 在第 0 步保留刚并入 prefix 的块。没有用 Junyu 的 prefix_end / diagonal 保护（他自己的结论是不稳定：LongBench diagonal 步数 +58%，AIME beginning 掉点）。我们的 protect_output（保留全部生成部分）在 E3 测过，无显著收益，未采用。</a:t>
            </a:r>
          </a:p>
          <a:p>
            <a:r>
              <a:t>【数据】lb_confirm_panel_e4/、lb_overhead_panel_e5/、lb_m2opt_panel_e10/ 的 summary.md。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【96K】E6 v27_lb96k_confirm_e6_8ab3aa35d1874ca1 + E6b v27_lb96k_extend_e6b_d1b1c0c74a1dc69d，462/462 成功。单看 E6（6 题）步数 0.81，单看 E6b（5 题）1.19：96K 只引用合并结果。LongBench-v2 共 32 道题在 84–104K 档，14 道单卡放得下，其中 11 道在冻结题池里（全部用上）；更长的题 dense prefill 就 OOM，128K 需要分块 prefill。</a:t>
            </a:r>
          </a:p>
          <a:p>
            <a:r>
              <a:t>【步数核查】每格步数比 = 方法 decoder 调用数 / dense 调用数，单格对数标准差 0.45（约 ×1.57）。seed 101/202/303 来自 E3（v5、同 24 题），404–909 来自 E4。84 种 3/6 分组中有 13 种的组间差距不小于实际分组。64K 合并用 traj_t1（v4，3 个 seed）+ E4（v5），N 1.015 [0.948, 1.085]。</a:t>
            </a:r>
          </a:p>
          <a:p>
            <a:r>
              <a:t>【数据】lb96k_pooled_e6_e6b/summary.md、README.md；步数核查见 docs/RESULTS_LEDGER.md。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【协议】E7 v27_aime_confirm_e7_0515fa3125588ff0，1,260/1,260 成功，每格同机。最好变体 = M3 优化版 + carry0 + 2K 门控（key &lt; 2K 的调用走原生 dense，约 31% 的 GLOBAL 调用）；纯生成 1.005、每步 1.005。M3 优化版 1.033（答对 96）；原版 M1/M2/M3 端到端 1.089/1.115/1.069。</a:t>
            </a:r>
          </a:p>
          <a:p>
            <a:r>
              <a:t>【实际稀疏度】fidelity_v6/README.md（诊断，每类 2 个请求，底座 v2）：稀疏调用中保留块比例中位数，M3 R6 DP −ln2：32K 0.21、64K 0.12、AIME 0.96；原版 M1 0.22/0.15/0.95，原版 M3 0.21/0.15/0.93，B 0.15/0.10/0.90。不含每个 canvas 的 dense 步与 canvas 块。</a:t>
            </a:r>
          </a:p>
          <a:p>
            <a:r>
              <a:t>【耗时来源】LongBench 分项：substrate/time_breakdown.json、kernel_bench/module_profile_*.jsonl。AIME 的 GLOBAL 注意力是按 kernel 测速（8K key 每层 0.44 ms）插值的估计，AIME 没有单独的模块级 profile。每步耗时来自面板 S/N 摊销。</a:t>
            </a:r>
          </a:p>
          <a:p>
            <a:r>
              <a:t>【AIME 长度】E7 dense：平均输出 5,695 token、22.6 个 canvas、每 canvas 13.1 步；key 数 p10 927、p90 7,342。</a:t>
            </a:r>
          </a:p>
          <a:p>
            <a:r>
              <a:t>【数据】aime_confirm_panel_e7/summary.md、receipts.md。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【协议】E8 v27_aime_vterm_e8_bd293196ff730851（1,440/1,440 成功，dense 与 E7 逐 token 相同）；E9 v27_lb64_vterm_e9_5b125c63817898f6（576/576 成功，dense 与 −ln2 + carry0 两臂与 E5 逐 token 相同）。每次运行的 effective_method 都核对过（k30 / k12、proj_rank、risk_value、mu_mode、carry0）。</a:t>
            </a:r>
          </a:p>
          <a:p>
            <a:r>
              <a:t>【AIME 详细】对 dense 99：32 维 87（p = 0.08）、16 维 86（p = 0.035）、8 维 87（p = 0.036）、4 维 94、块均值 92、只看质量 91、SparseD 94。</a:t>
            </a:r>
          </a:p>
          <a:p>
            <a:r>
              <a:t>【64K 详细】对 dense 51：32 维 53、8 维 50、块均值 54、只看质量 54、−ln2 版 49；只看质量 / 32 维 端到端 0.960 [0.905, 1.018]。</a:t>
            </a:r>
          </a:p>
          <a:p>
            <a:r>
              <a:t>【组内对照】JunyuLiao 在 RULER8K（用当前 QK 选块）上发现 V 有用（稀疏 75% 时 32 维 47.4% vs 只看质量 21.3%）；我们用历史 QK，任务也不同。只引用。</a:t>
            </a:r>
          </a:p>
          <a:p>
            <a:r>
              <a:t>【数据】aime_vterm_panel_e8/、lb64_vterm_panel_e9/ 的 summary.md、receipts.md。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000" b="1">
                <a:latin typeface="Microsoft YaHei"/>
              </a:rPr>
              <a:t>DiffusionGemma-26B-A4B 块稀疏注意力：基线、长上下文结果、AIME 与看 V 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2026-10-01 · 所有比值 = 方法 / dense（FA4），&lt; 1 表示更快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W = 端到端（含 prefill）· S = 纯生成（不含 prefill）· 每步 = S/N（摊销）· N = forward 数 · 答对 = strict correct 格数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95% CI 按题目聚类 bootstrap · 每格 = 一个（题目, seed），同格所有方法同机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1. Dense 基线：FA4 块稀疏接口、全部块保留（官方实现中最快，与 FA4 dense 逐位相同）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GLOBAL 层真实几何：256 个 canvas query、16 Q 头 / 2 KV 头、head_dim 512、双向、bf16、单张 H100；同一进程 CUDA event 中位数（ms / 每层调用）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188719"/>
                <a:gridCol w="1188719"/>
                <a:gridCol w="1188719"/>
                <a:gridCol w="393191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实现（官方 / 大型开源）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16,640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65,536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说明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FA4 块稀疏接口，全部块保留（采用）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2.672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最快；与 FA4 dense 逐位相同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FA4 dense（vLLM 官方 fork，CuTe DSL）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DiffusionGemma 技术报告使用的 kernel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FlashInfer 0.6.18（FA2 后端）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与 FA4 持平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HF 默认路径：K/V 复制 8 倍 + SDPA mem-efficient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慢约 2.1 倍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FlexAttention（最佳 tile）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慢 4–7 倍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FA2 / FA3 / 上游 FA4 / cuDNN / SDPA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SM90 上不支持 head_dim 512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47472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dense 与所有稀疏方法用同一个 kernel：选块结果作为 keep map 传给 FA4 官方块稀疏接口，dense 与稀疏只差被跳过的块，收益不来自换代码路径。</a:t>
            </a:r>
          </a:p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执行底座也相同：decoder 整体 torch.compile + CUDA graph（在 GLOBAL 注意力处切分，vLLM 方式）；每个方法计时前单独预热，计时中不捕获新图。</a:t>
            </a:r>
          </a:p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FA4 块稀疏的执行时间几乎与保留块数成正比：64K 保留 10% 时 0.40 ms（dense 的 0.14 倍）。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2. 方法与变体：M1/M2/M3 是什么，优化版改了哪些地方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只对 5 个 GLOBAL 层的 canvas 计算做稀疏；LOCAL 层（滑窗 1024）、prompt prefill 和 canvas 追加都保持 dense · 块 = 128 个 query × 64 个 key · 当前 canvas 的块与第一个块始终保留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229600"/>
                <a:gridCol w="146304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做法（选哪些 key 块参与注意力）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来源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每个块的“跳过风险” = 注意力质量（来自历史 QK 观测）×（块内按注意力加权的 V 均值 − 当前输出）的范数 × query 敏感度，V 先随机投影到 32 维；风险低于阈值就跳过；每步重新决策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Fan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同 M1，但块内 V 取简单平均（不按注意力加权；同样在 32 维投影空间）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Fan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同 M1，但每 R 步才重新决策（原版 R = 3），中间沿用上次的块图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Fan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只观测一次，选出块图后整个 canvas 都用它，不再重新决策（≈ SparseD）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我们（撞车）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SparseD（移植）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前几步 dense，之后按池化注意力分数保留 top-k 块并复用到 canvas 结束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外部论文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计算输出（所有方法）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只在保留的块上用当前 QK 和原始 V 精确计算（FA4 块稀疏接口）；跳过的块不算 QK 也不算 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4747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latin typeface="Microsoft YaHei"/>
              </a:rPr>
              <a:t>M3 优化版（R6 DP −ln2）在原版 M3 上叠加的改动，以及 carry0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3794759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32688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改动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作用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A64 融合观测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注意力质量的观测融合进每个 canvas 第 1 步的 dense 计算，每个 canvas 只做一次（原版每 8 步一次完整 QK 观测，每层 6–11 ms）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DP（dense-prefix 风险）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风险相对 dense prefix 预先算好，所有块并行比较阈值：每次决策 0.27 ms/层（原版 2.3–7.9 ms）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R6 + 异步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6 步重新决策；选块放在副 stream 上与主计算重叠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−ln2 阈值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阈值下调 ln2，更保守、少跳一些块，避免步数增加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第 0 步直接用上一 canvas 的最终块图（新并入的块全保留），省掉一次 dense 步；第 1 步照常 dense + 观测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试过未采用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2K 门控（AIME 用）、obs2、R3、stable1（输出稳定后转 dense）、跨 canvas 复用 K=4（步数增加、掉点）、保留全部生成部分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3. 32K / 64K：各变体的端到端、纯生成、每步耗时、forward 数与精度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LongBench-v2 32K 档（28–40K token）、64K 档（56–76K token）各 24 题 × 6 个新 seed（404–909）= 每档 144 格/方法 · 生成前冻结方案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178"/>
                <a:gridCol w="1768642"/>
                <a:gridCol w="606391"/>
                <a:gridCol w="606391"/>
                <a:gridCol w="505326"/>
                <a:gridCol w="715878"/>
                <a:gridCol w="1768642"/>
                <a:gridCol w="606391"/>
                <a:gridCol w="606391"/>
                <a:gridCol w="505326"/>
                <a:gridCol w="715878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答对(86)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答对(75)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 M1（Fan）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1.251 [1.182, 1.322]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1.258 [1.167, 1.337]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 M2（Fan）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1.293 [1.213, 1.385]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1.341 [1.271, 1.408]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 M3（Fan）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1.060 [1.000, 1.118]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1.093 [1.012, 1.168]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B（选一次、整段复用）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0.936 [0.878, 0.999]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0.875 [0.811, 0.936]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M3 优化版（R6 DP −ln2）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0.942 [0.900, 0.984]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0.879 [0.818, 0.927]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M3 优化版 + carry0（当前最好）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0.907 [0.858, 0.952]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0.853 [0.802, 0.895]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76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B + 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0.931 [0.883, 0.980]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0.858 [0.800, 0.912]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749039"/>
          <a:ext cx="1152143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178"/>
                <a:gridCol w="1768642"/>
                <a:gridCol w="606391"/>
                <a:gridCol w="606391"/>
                <a:gridCol w="505326"/>
                <a:gridCol w="715878"/>
                <a:gridCol w="1768642"/>
                <a:gridCol w="606391"/>
                <a:gridCol w="606391"/>
                <a:gridCol w="505326"/>
                <a:gridCol w="715878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同样优化：M2 vs M3（E10，96 格/档）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M3 优化版 + carry0（V = 投影 32 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待出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待出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M2 同样优化 + carry0（V = 块均值）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待出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待出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84632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原版 M1/M2/M3 都比 dense 慢：选块和观测每层每次 2.3–7.9 ms，比 dense 注意力本身（1.5–2.9 ms）还贵。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优化版：每个 canvas 一次融合观测、dense-prefix 风险、每 6 步决策、副流异步选块、FA4 执行，决策降到 0.27 ms/次；carry0 再去掉每个 canvas 的一次 dense 步。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精度都不低于 dense；prefill 所有方法约 1.00（没有动 prefill）。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4. 96K，以及“步数会不会变多”的核查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96K：LongBench-v2 84–104K 档题池中单卡放得下的全部 11 道题 × 6 个 seed = 66 格/方法（E6 + E6b）· 步数核查：32K 同 24 题、同底座 v5、9 个 seed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9060"/>
                <a:gridCol w="2880360"/>
                <a:gridCol w="1337310"/>
                <a:gridCol w="1131570"/>
                <a:gridCol w="1028700"/>
                <a:gridCol w="123444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96K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纯生成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答对(25)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原版 M1（Fan）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1.257 [1.107, 1.407]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原版 M2（Fan）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1.448 [1.284, 1.649]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原版 M3（Fan）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1.121 [0.975, 1.293]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0.865 [0.752, 0.969]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M3 优化版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0.858 [0.761, 0.956]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M3 优化版 + 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0.822 [0.703, 0.944]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0.727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0.754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4747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latin typeface="Microsoft YaHei"/>
              </a:rPr>
              <a:t>步数比 N（M3 优化版 / dense）按 seed 拆开（32K，24 题，同底座）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3794759"/>
          <a:ext cx="1152143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093"/>
                <a:gridCol w="861416"/>
                <a:gridCol w="861416"/>
                <a:gridCol w="861416"/>
                <a:gridCol w="861416"/>
                <a:gridCol w="861416"/>
                <a:gridCol w="861416"/>
                <a:gridCol w="861416"/>
                <a:gridCol w="861416"/>
                <a:gridCol w="861416"/>
                <a:gridCol w="2799602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9 个合并 [95% CI]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1.024 [0.973, 1.076]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617719"/>
            <a:ext cx="115214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单个 seed 的步数比在 0.85–1.24 之间摆动；之前 3 个 seed（101/202/303）偏高、6 个新 seed 偏低，都是同一分布的抽样（随机 3/6 分组中 15% 的差距不小于此）。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9 个 seed 合并：32K 步数 +2.4%、64K +1.5%，都不显著。应表述为“步数没有显著增加，最佳估计 +1–2%”；E4 的端到端可能因此偏乐观约 2%。每步耗时（S/N）的结论各批次一致、很稳。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5. AIME：精度不降，但没有加速空间（与 LongBench 的每步耗时对比）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AIME26 30 题 × 6 个 seed = 180 格/方法（E7）· 每步耗时为 dense 摊销值，分项来自模块/kernel 测速 · 同一模型、同一底座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3840479"/>
                <a:gridCol w="1828799"/>
                <a:gridCol w="1828799"/>
              </a:tblGrid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AIME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LongBench 32K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LongBench 64K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每次 forward 的 key 数（中位数）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3.6K（prompt 约 160 token，其余是生成的推理）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35.6K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67.3K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dense 每步耗时（摊销）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30.7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37.3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45.3 ms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  MoE 专家（每步读约 46 GB 权重，带宽上限）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12.8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12.8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12.8 ms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  5 层 GLOBAL 注意力（dense）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1.5 ms（≤ 5%，按 kernel 测速估计）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7.3 ms（约 20%）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14.8 ms（约 33%）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  采样（26 万词表）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4.6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4.6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4.6 ms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  其余（投影、LOCAL、norm、canvas 追加等；余量）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11.8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12.6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13.1 ms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主线（M3 优化版 −ln2）稀疏调用中实际跳过的块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4%（保留 96%）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约 88%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M3 优化版每步耗时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31.4 ms（略慢）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34.7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37.2 ms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最好变体：端到端 W / 答对 vs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1.005 [0.967, 1.042] / 99 vs 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0.907 / 92 vs 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0.853 / 76 vs 75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97679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AIME 上注意力只占每步约 5%：全部省掉也只快约 5%，而选块的观测、决策、建块表是每步的固定开销，正好抵消。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主线阈值在 AIME 上只跳约 4% 的块：key 少（中位数约 57 个块，4 个 canvas 块必须保留），每个块的风险都不低；28% 的调用不到 2K key。强行跳 70%（第 6 页 E8）就掉点、变慢。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原版 M1/M2/M3 在 AIME 上慢 7–12%；各方法精度与 dense 差异都不显著。AIME 只作为“精度不掉”的检查。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6. 选块要不要看 V：同稀疏度下，看 V 没有比只看注意力质量更好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AIME：固定保留 30% prefix 块（E8，180 格/组；主线阈值在 AIME 只跳约 4%）· 64K：M3 优化版 + carry0 固定保留 12%（E9，96 格/组；= 主线 64K 工作点）· 只换风险里的 V 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8252"/>
                <a:gridCol w="2044126"/>
                <a:gridCol w="1672467"/>
                <a:gridCol w="2044126"/>
                <a:gridCol w="1672467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选块时用的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AIME 答对（dense 99）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AIME 端到端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答对（dense 51）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端到端 W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投影 V 32 维（M1/M3 的做法）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投影 V 16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投影 V 8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0.854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投影 V 4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块均值 V（M2 的做法）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0.888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不看 V（只看注意力质量）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0.845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70%（移植，外部参照）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749039"/>
            <a:ext cx="11521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两处都没有任何 V 项显著好于“只看注意力质量”（AIME 相对 32 维 p ≥ 0.30；64K 全部 p ≥ 0.42）；64K 上只看质量与当前最好的 −ln2 版一样快（比值 0.999）。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AIME 并不是“没变化”：不同 V 项选出的块不同，答对数在 86–94 之间变化，但最好的是 4 维或不看 V；70% 稀疏时步数多 6–13%，所以都比 dense 慢。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AIME 的 70% prefix 稀疏度约等于 60% 的总块稀疏度（canvas 块必须保留）；64K 的 88% 约等于 88%。</a:t>
            </a:r>
          </a:p>
          <a:p>
            <a:pPr>
              <a:spcAft>
                <a:spcPts val="300"/>
              </a:spcAft>
            </a:pPr>
            <a:r>
              <a:rPr sz="1200" b="0">
                <a:latin typeface="Microsoft YaHei"/>
              </a:rPr>
              <a:t>• 结论：“看 V 选块”不能作为贡献；M2（块均值）与 M3（投影 V）在同样优化下也分不出差别（见第 3 页）。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