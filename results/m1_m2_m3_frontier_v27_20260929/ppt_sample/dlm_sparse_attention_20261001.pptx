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所有数字来自已推送的结果：仓库 coconight01/dlm_test，分支 research/m3-output-numerics-20260927，目录 results/m1_m2_m3_frontier_v27_20260929/；源稿 weekly_slides_20261001.md。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【协议】v27_lb_confirm_e4_d3a7edb87a2b800a（specs/v27_lb_confirm_e4.json），部署提交 9e47ddb9d；2304/2304 次运行成功；计时中没有一次捕获新 CUDA graph；每格的所有方法在同一台机器上（dllm、mpk、dlm2）。</a:t>
            </a:r>
          </a:p>
          <a:p>
            <a:r>
              <a:t>【数据】LongBench-v2 官方题，按 NeMo 模板渲染、thinking 开启后的真实 token 数分档，不截断。每档 24 题：按 sha256(id) 前 12 题为正式题（曾用于挑 −ln2 阈值），后 12 题为留出题。seed 404–909 此前从未在 LongBench 上用过。</a:t>
            </a:r>
          </a:p>
          <a:p>
            <a:r>
              <a:t>【口径】比值 = 方法 / dense，配对几何平均，95% 置信区间按题目聚类 bootstrap（4000 次）。答对 = strict correct 格数。</a:t>
            </a:r>
          </a:p>
          <a:p>
            <a:r>
              <a:t>【收据核对】obs2 的 dense 引导次数正好是观测次数的 2 倍；R3 实际决策间隔为 3；−ln2 各臂全局阈值 −3.874。</a:t>
            </a:r>
          </a:p>
          <a:p>
            <a:r>
              <a:t>【只看留出题】（按总时间之比，口径与正表略不同）64K M3 0.85 [0.73, 0.96]（显著）；32K M3 0.96 [0.91, 1.01]（不显著），obs2 0.95 [0.91, 0.98]。</a:t>
            </a:r>
          </a:p>
          <a:p>
            <a:r>
              <a:t>【为什么之前的结论被推翻】9/21 的 dense 对照：同一 dense 换一次模型加载，去噪步数比值中位数就差 1.17 倍；3 个 seed × 12 题时步数比值的噪声足以造成 ±20% 的假象。以后请求级结论只用大样本面板。</a:t>
            </a:r>
          </a:p>
          <a:p>
            <a:r>
              <a:t>【数据路径】results/m1_m2_m3_frontier_v27_20260929/lb_confirm_panel_e4/summary.md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【协议】v27_lb_overhead_e5_1c93b97271a3a266（specs/v27_lb_overhead_e5.json），部署提交 758723513；2016/2016 次运行成功，计时中无新 CUDA graph；dense、M3、B 三臂与 E4 逐 token 相同（各 288/288），本页与上一页可直接对照。</a:t>
            </a:r>
          </a:p>
          <a:p>
            <a:r>
              <a:t>【收据核对】carry0 每个请求只在 canvas 0 做 dense 引导（5 层 × 1 次），其余 canvas 第 0 步都消费了上一 canvas 的图（carried_first_calls = 5 ×（canvas 数 − 1））。stable1 在 225/288 个 M3 请求里触发，共把 12,810 次 GLOBAL 调用转成 dense。</a:t>
            </a:r>
          </a:p>
          <a:p>
            <a:r>
              <a:t>【与 E1 的区别】E1 的跨 canvas 复用（K=4）整个 canvas 都用旧图，步数变多、掉点；carry0 只在第 0 步用旧图，第 1 步就刷新，每 canvas 步数 64K 0.98、32K 1.00。</a:t>
            </a:r>
          </a:p>
          <a:p>
            <a:r>
              <a:t>【直接配对精度】不一致格：64K 7（只 carry0 对）/ 8（只 M3 对）；32K 15 / 9。</a:t>
            </a:r>
          </a:p>
          <a:p>
            <a:r>
              <a:t>【数据路径】results/m1_m2_m3_frontier_v27_20260929/lb_overhead_panel_e5/summary.md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【协议】v27_lb96k_confirm_e6_8ab3aa35d1874ca1（specs/v27_lb96k_confirm_e6.json）；252/252 次运行成功，计时中无新图，每格同机（dllm、mpk）；carry0 收据：每请求 5 次 dense 引导。</a:t>
            </a:r>
          </a:p>
          <a:p>
            <a:r>
              <a:t>【数据】96K 档共 12 道题，另 6 道 prompt ≥ 98K token，在单卡 prefill 时所有方法（包括 dense）都 OOM；128K 档同样 OOM（76.7 GiB 已分配时再申请 1.38 GiB 失败）。</a:t>
            </a:r>
          </a:p>
          <a:p>
            <a:r>
              <a:t>【单题差异】M3 + carry0 / dense 的单格比值在 0.28–1.30 之间。</a:t>
            </a:r>
          </a:p>
          <a:p>
            <a:r>
              <a:t>【数据路径】results/m1_m2_m3_frontier_v27_20260929/lb96k_confirm_panel_e6/summary.md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【协议】v27_aime_confirm_e7_0515fa3125588ff0（specs/v27_aime_confirm_e7.json），部署 v27_e7_ceefaf2；1,260/1,260 次运行成功，每格同机（dllm、mpk、dlm2），3 次计时中出现新图（剔除后主变体 Wc 1.016 [0.985, 1.047]）。</a:t>
            </a:r>
          </a:p>
          <a:p>
            <a:r>
              <a:t>【收据核对】门控变体中约 31% 的 GLOBAL 调用 key &lt; 2K，走原生 dense（74,845 次）；carry0 生效 13,115 次（M3）/ 13,470 次（B）；dense 引导只在 canvas 0（875 次）。</a:t>
            </a:r>
          </a:p>
          <a:p>
            <a:r>
              <a:t>【数据路径】results/m1_m2_m3_frontier_v27_20260929/aime_confirm_panel_e7/summary.md、receipts.md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【协议】v27_aime_vterm_e8_bd293196ff730851（specs/v27_aime_vterm_e8.json），部署 v27_e8_021431b；1,440/1,440 次运行成功，每格同机，3 次计时中出现新图；dense 输出与 E7 逐 token 相同（180/180）。</a:t>
            </a:r>
          </a:p>
          <a:p>
            <a:r>
              <a:t>【收据核对】每次运行的 effective_method 都是预定配置：risk_topk k30；proj_rank 32/16/8/4；risk_value=mass；M2 为 pooled_compact（54,105 次块均值构建）。</a:t>
            </a:r>
          </a:p>
          <a:p>
            <a:r>
              <a:t>【速度】70% 稀疏时我们的选块器步数多 6–13%、输出长 2–9%，端到端慢 7–17%；AIME 本身没有速度空间。</a:t>
            </a:r>
          </a:p>
          <a:p>
            <a:r>
              <a:t>【组内对照】JunyuLiao 在 RULER8K 上发现 V 有用；他的选块用当前 QK，我们用历史 QK，任务也不同。只引用。</a:t>
            </a:r>
          </a:p>
          <a:p>
            <a:r>
              <a:t>【数据路径】results/m1_m2_m3_frontier_v27_20260929/aime_vterm_panel_e8/summary.md、receipts.md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【每步构成】（32K dense，substrate/time_breakdown.json，v2 时期，KV 拼接已在 v3 去掉）forward 约 32 ms：MoE 专家矩阵乘 12.8 ms、GLOBAL 注意力 7.2 ms、其余矩阵乘 3.5 ms、LOCAL 0.8 ms、其他约 4 ms；另有采样约 4.6 ms。</a:t>
            </a:r>
          </a:p>
          <a:p>
            <a:r>
              <a:t>【MoE】128 个专家、每 token 选 8 个；一步 256 个 canvas token × 8 = 2048 次分配，几乎所有专家都会被用到，所以每步要读全部专家权重（约 46 GB），12.8 ms 已接近 H100 的 HBM 带宽极限。</a:t>
            </a:r>
          </a:p>
          <a:p>
            <a:r>
              <a:t>【GLOBAL 注意力】CUDA event 直接计时（kernel_bench/module_profile_*）：dense 每层 1.46 ms（32K）/ 2.95 ms（64K）；M3 R6 DP −ln2 摊到每步：32K 4.3 ms、64K 5.5 ms（dense 7.3 / 14.75 ms）。</a:t>
            </a:r>
          </a:p>
          <a:p>
            <a:r>
              <a:t>【每步解码时间】（摊销，72 格平均）32K dense 37.3 ms、M3 34.7、B 33.5；64K dense 45.3、M3 37.2、B 36.1；AIME dense 30.7、M3 31.4。</a:t>
            </a:r>
          </a:p>
          <a:p>
            <a:r>
              <a:t>【还能挖的】canvas 追加（encoder 与 decoder 共享权重，可复用最后的选块图）约 −1.4%（64K）；剩余观测/决策开销约 −1–2%。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【脚本】scripts/v27_batch_step_bench.py（提交 02eead519），dlm2，E4 运行目录与部署；数据 results/m1_m2_m3_frontier_v27_20260929/batch_scaling/。</a:t>
            </a:r>
          </a:p>
          <a:p>
            <a:r>
              <a:t>【口径】eager 的整次 decoder forward（含每次调用的 K/V 拼接，1.2/2.4/4.7 ms）一次性 CUDA graph 捕获后重放，CUDA event 取 15 次中位数；采样另测 2.5/4.8/9.4 ms。</a:t>
            </a:r>
          </a:p>
          <a:p>
            <a:r>
              <a:t>【局限】只测了 64K 一个状态；batch 8 时复制的 64K 缓存放不下；合成保留图、不含选块开销；不是端到端，也不是真实服务。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【组内证据（不是我们的，只引用）】JunyuLiao 的 value-direction 选块维度扫描（分支 ljy/value_aware，提交 8b29f942d、47c47d9d7）：RULER8K 稀疏度约 75% 时，V 投影 32 维 47.4%、全维 49.8%、只看注意力质量 21.3%、2 维 2.5%；50% 时都约 92%。他的选块用当前 QK，与我们的历史 QK 不同。</a:t>
            </a:r>
          </a:p>
          <a:p>
            <a:r>
              <a:t>【可能的论文方向】(1) 评测方法学：自适应停止下 dLLM 加速需要大样本（dense 对照方差、本次 E4 推翻 3 seed 结论）；(2) 看 V 选块（E8 在 AIME 上为否，取决于 64K 的 E9）；(3) 与同学的 query 敏感度方向合作。批量服务方向在 64K、batch ≤ 4 时没有放大收益（见上一页）。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latin typeface="Microsoft YaHei"/>
              </a:rPr>
              <a:t>DiffusionGemma-26B-A4B 块稀疏注意力：大样本确认与剩余开销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2026-10-01 · 端到端（含 prefill）与纯生成时间同时报告 · dense 基线 = FlashAttention-4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大样本确认（E4）：64K 端到端快 12%，32K 快 6%，精度不降，步数不增加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32K 档（28–40K token）/ 64K 档（56–76K token）各 24 题 × 6 个从未用过的 seed（404–909）= 每档 144 格/方法 · dense = FA4（全保留）· 底座 piecewise_v5 · 三台 H100，同格同机 · 生成前冻结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474"/>
                <a:gridCol w="1937288"/>
                <a:gridCol w="1162372"/>
                <a:gridCol w="1356101"/>
                <a:gridCol w="1937288"/>
                <a:gridCol w="1162372"/>
                <a:gridCol w="1356101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75）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答对（dense 86）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0.879 [0.820, 0.926]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0.940 [0.897,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0.876 [0.812, 0.935]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0.941 [0.882, 1.003]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M3，第 2 步才观测（obs2）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0.884 [0.845, 0.921]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0.925 [0.860, 0.994]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M3，每 3 步决策（R3）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0.889 [0.816, 0.950]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0.937 [0.886, 0.988]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M1 / M2c /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1.258 / 1.341 / 1.093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74 / 85 /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1.251 / 1.293 / 1.060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94 / 90 / 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7947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W = 端到端请求时间（含 prefill）；S = 纯生成时间（去掉 prefill）；prefill 所有方法都约 1.00（我们没有改 prefill）。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6 个新 seed 下每 canvas 步数 0.97–1.03、输出长度 0.95–1.01：此前 3 个 seed 时看到的"步数/输出变多"是轨迹噪声。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原版 M1/M2c/M3 在两档都比 dense 慢（1.06–1.34 倍）：选块与观测的开销超过省下的注意力。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去掉每个 canvas 的一个 dense 步（carry0）：64K 端到端快 15%，32K 快 9%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与 E4 完全相同的 288 格（同题、同 seed、同机、同底座 v5）· dense = FA4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474"/>
                <a:gridCol w="1937288"/>
                <a:gridCol w="1162372"/>
                <a:gridCol w="1356101"/>
                <a:gridCol w="1937288"/>
                <a:gridCol w="1162372"/>
                <a:gridCol w="1356101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75）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答对（dense 86）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−ln2（上一页）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M3 R6 DP −ln2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+ stable1 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 + stable1 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7947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carry0：每个 canvas 第 0 步改用上一个 canvas 最后的选块图（新增块全部保留），第 1 步照常 dense + 观测。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与不带 carry0 的 M3 直接配对：64K 再快 2.9%（0.971 [0.939, 1.001]），32K 再快 3.7%（0.963 [0.914, 1.011]）；精度不降。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stable1（输出稳定后转 dense）：更慢，32K 少对 5 题，不采用。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96K：每步省 24%，端到端快 18–26%（6 道题，置信区间宽）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96K 档中单卡放得下的 6 道题（prompt ≤ 约 95K token）× 6 个 seed（404–909）= 36 格/方法 · dense = FA4 · 底座 v5 · 同格同机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190749"/>
                <a:gridCol w="1238250"/>
                <a:gridCol w="2286000"/>
                <a:gridCol w="1143000"/>
                <a:gridCol w="17145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每步 S/N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答对（dense 12）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M3 R6 DP −ln2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0.744 [0.597, 0.903]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0.762 [0.747, 0.776]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0.819 [0.690, 0.968]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0.762 [0.731, 0.785]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0.786 [0.641, 0.946]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0.743 [0.722, 0.760]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M1 / M2c /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1.158 / 1.385 / 1.045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1.62 / 1.83 / 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 / 17 / 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4290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上下文越长每步省得越多：32K 约 8%、64K 约 18–20%、96K 约 24–26%（每步的置信区间都很窄）。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96K 端到端里有一部分来自步数少（N 0.81），6 道题时噪声很大；若步数不变，端到端预期约 0.85。精度不降。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128K 在单卡上 prefill 就 OOM（dense 也一样），需要分块 prefill。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 大样本（E7）：精度不降，但没有速度收益（最好的变体持平）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AIME26 30 题 × 6 个 seed（404–909）= 180 格/方法 · dense = FA4 · 底座 v5 · 三台 H100，同格同机 · 生成前冻结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932"/>
                <a:gridCol w="1743559"/>
                <a:gridCol w="1549830"/>
                <a:gridCol w="2518474"/>
                <a:gridCol w="1259237"/>
                <a:gridCol w="1452966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多对 / 多错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纯生成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每步 S/N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M3 + carry0 + 2K 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+11 / −11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1.005 [0.967, 1.042]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+16 / −19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1.033 [0.977, 1.089]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 + carry0 + 2K 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+9 / −15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1.057 [1.023, 1.096]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M1 / M2c /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97 / 92 /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1.089 / 1.115 / 1.069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 / 1.10 / 1.03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4290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精度：所有方法与 dense 的差异都不显著（McNemar p ≥ 0.31）；主变体 99 = 99。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速度：AIME 上下文短，GLOBAL 注意力只占一步的 4–7%，稀疏省下的时间被选块开销抵消，最好只是持平。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原版 M1/M2c/M3 慢 7–12%。AIME 只作“精度不掉”的检查，不作加速场景。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选块要不要看 V（E8，AIME，固定 70% 稀疏度）：没有证据表明看 V 更好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AIME26 30 题 × 6 个 seed = 180 格/方法 · 同一个 M3 R6 DP 选块器，固定保留 30% 的 prefix 块，只换风险里的 V 项 · SparseD（移植）70% 作参照 · dense = FA4 · 底座 v5 · 同格同机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1714500"/>
                <a:gridCol w="2095500"/>
                <a:gridCol w="2095500"/>
                <a:gridCol w="1333499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V 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对 dense（p）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对投影 32 维（p）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 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32 维（当前）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+14/−26（0.08）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+10/−23（0.035）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+15/−16（1.00）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+8/−20（0.036）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+16/−16（1.00）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+18/−23（0.53）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+20/−13（0.30）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M2 块均值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+13/−20（0.30）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+19/−14（0.49）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不看 V（只看注意力质量）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+15/−23（0.26）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+18/−14（0.60）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70%（移植）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+13/−18（0.47）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+26/−19（0.37）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526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同稀疏度下没有任何 V 项显著优于“只看注意力质量”；投影 32/16/8 维反而最低，16/8 维显著低于 dense。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降维没有单调趋势（4 维 94，8–32 维 86–87）：维度可调，但看不出“V 越准越好”。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结论：AIME 上“看 V 选块”的新颖性主张不成立；64K 同类对照（E9，M3 + carry0，固定 88% 稀疏度）今晚出结果。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时间都花在哪：为什么单请求下注意力稀疏的收益有上限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64K dense 一个请求约 13.1 s，32K 约 9.7 s（piecewise_v3–v5 实测平均）· 每步约 45 ms（64K）/ 37 ms（32K）/ 31 ms（AIME）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1188720"/>
                <a:gridCol w="47548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部分（64K）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占请求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稀疏注意力能否省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prompt prefill + 准备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4.6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否（不在本方法范围）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解码：5 个 GLOBAL 注意力层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2.8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是：M3 降到约 1.2 s，加 carry0 后更低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解码：MoE 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否（每步读约 46 GB 专家权重，已到 HBM 带宽上限）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解码：采样（262K 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0.9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解码：其他（投影、LOCAL、norm、canvas 追加）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7947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即使注意力完全免费、步数不变，单请求上限也只有 64K 约 −21%、32K 约 −16%；我们已拿到 −15% / −9%。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AIME（上下文 ≤ 约 8K）上 GLOBAL 注意力只占每步约 4–7%：注意力稀疏在 AIME 上天然没有多少空间。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批量服务：注意力占比并不随 batch 变大（64K，单次 forward 测速）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64K 真实状态（LongBench-v2 64K 第 1 题，71,772 个 key，第 6 次 decoder 调用）复制成 batch B · 整个 forward 用 CUDA graph 重放计时 · 合成保留图，不含选块开销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905000"/>
                <a:gridCol w="1524000"/>
                <a:gridCol w="1524000"/>
                <a:gridCol w="2286000"/>
                <a:gridCol w="30480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dense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保留 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只留 canvas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prefix 注意力占比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保留 12% 时每次 forward 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54.4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117.7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4290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原以为批量服务里 MoE 权重读取被分摊、注意力会成为大头；实测 64K、batch ≤ 4 时占比不变，稀疏单步收益稳定约 20%。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原因：batch=1 时 FA4（256 个 query）吃不满 GPU，batch 变大后注意力更高效；MoE 也从带宽受限变成算力受限。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相关工作与新颖性现状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2026-10-01 复核论文摘要/正文 · 组内工作只引用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2743200"/>
                <a:gridCol w="28346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做法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设置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与我们的关系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SparseD（ICLR 2026）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前若干步 dense，再按池化分数选块并复用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LLaDA/Dream，固定步数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≈ B，撞车；同 kernel 正面对比速度无显著差别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MAGE（2602.14209）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块的第一步精确注意力选 top-k，整块复用；副流异步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7–8B 块扩散，32 token 块 × 固定 32 步，128K 6.82×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≈ B（撞车）；大倍数来自 dense 小模型 + 128K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HERALD（2606.21633）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批量块扩散服务：每块选一次 KV，CPU-GPU 协同取 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解码吞吐 2.28×，5% KV 预算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批量服务方向的直接相关工作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PulseCol / Focus-dLLM / LoSA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周期刷新 / 按置信度裁剪 / 稳定 token 复用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固定步数或长度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部分相关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Lil / LessIsMore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稀疏注意力导致推理输出变长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自回归推理模型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我们在大样本下没有观察到输出变长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7947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"每块选一次、复用"已被 SparseD / MAGE / HERALD 覆盖；"看 V 的选块更好"没有数据支持（E8：AIME 70% 稀疏度下无 V 项优于只看注意力质量）；64K 对照 E9 待出。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站得住的：生产级 MoE dLLM + 原生自适应停止 + 最强官方基线 + 大样本协议下的端到端收益与精度，以及成本结构分析。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